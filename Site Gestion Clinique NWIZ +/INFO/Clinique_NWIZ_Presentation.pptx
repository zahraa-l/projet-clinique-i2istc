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577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3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noFill/>
          <a:ln w="12700">
            <a:solidFill>
              <a:srgbClr val="00B89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783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NIZ+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834640" y="4572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Clinique </a:t>
            </a:r>
            <a:r>
              <a:rPr lang="en-US" sz="4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NWIZ+</a:t>
            </a:r>
          </a:p>
        </p:txBody>
      </p:sp>
      <p:sp>
        <p:nvSpPr>
          <p:cNvPr id="7" name="Text 4"/>
          <p:cNvSpPr/>
          <p:nvPr/>
        </p:nvSpPr>
        <p:spPr>
          <a:xfrm>
            <a:off x="2834640" y="1371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de Gestion Clinique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834640" y="2029968"/>
            <a:ext cx="594360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2212848"/>
            <a:ext cx="2743200" cy="246888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3042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8888" y="227739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926080" y="2724912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DADDA Nouhaila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AIT-LAHCEN Zahra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NAHIF Imaine</a:t>
            </a:r>
            <a:endParaRPr lang="en-US" sz="1400" b="1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BALALYA Ouisal</a:t>
            </a:r>
            <a:endParaRPr lang="en-US" sz="1400" b="1" dirty="0"/>
          </a:p>
        </p:txBody>
      </p:sp>
      <p:sp>
        <p:nvSpPr>
          <p:cNvPr id="13" name="Shape 9"/>
          <p:cNvSpPr/>
          <p:nvPr/>
        </p:nvSpPr>
        <p:spPr>
          <a:xfrm>
            <a:off x="5806440" y="2212848"/>
            <a:ext cx="2971800" cy="2468880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30428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7648" y="23042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89788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Mr. LAFHAM Mohamed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74320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UPM 2025/2026  |  Ingénierie Informatique et Systèmes  |  I2ISTC</a:t>
            </a:r>
            <a:endParaRPr lang="en-US" sz="10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7A5D59D8-11AB-47F6-94E2-9FC9BA1FEE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59436"/>
            <a:ext cx="2103120" cy="2103120"/>
          </a:xfrm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 w="12700">
            <a:solidFill>
              <a:srgbClr val="1A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914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406908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4069080" cy="47548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515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051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38912" y="160020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de la santé subit une transformation numérique mondiale. Les établissements médicaux doivent adopter des solutions informatiques pour améliorer leur efficacité opérationnelle et la qualité des soins.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38912" y="29077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 identifiés 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3227832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patients dispersés (papier, non intégrés)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difficile entre personnel médical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manuel des RDV, consultations, facturation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d'un tableau de bord unifié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005840"/>
            <a:ext cx="4160520" cy="3794760"/>
          </a:xfrm>
          <a:prstGeom prst="rect">
            <a:avLst/>
          </a:prstGeom>
          <a:noFill/>
          <a:ln w="19050">
            <a:solidFill>
              <a:srgbClr val="00B89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1005840"/>
            <a:ext cx="4160520" cy="47548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515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1051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73168" y="1600200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SPA sans framework externe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avec gestion des rôles (RBAC)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complets : patients, médecins, RDV, consultations, facturation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Gestion sociale : patients sans moyens + associations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 (mobile &amp; desktop)</a:t>
            </a:r>
            <a:endParaRPr lang="en-US" sz="125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3E09FE2-9FDB-4962-BA70-F86629408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0" y="36163"/>
            <a:ext cx="750634" cy="7506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 w="12700">
            <a:solidFill>
              <a:srgbClr val="1A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914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latin typeface="Arial Black" pitchFamily="34" charset="0"/>
              </a:rPr>
              <a:t>Modulisation</a:t>
            </a:r>
            <a:r>
              <a:rPr lang="en-US" sz="2600" b="1" dirty="0">
                <a:latin typeface="Arial Black" pitchFamily="34" charset="0"/>
              </a:rPr>
              <a:t> project 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0" y="1005840"/>
            <a:ext cx="4526280" cy="47548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8680" y="1051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38912" y="3227832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005840"/>
            <a:ext cx="4160520" cy="47548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212080" y="1051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</a:t>
            </a:r>
            <a:endParaRPr lang="en-US" sz="15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3E09FE2-9FDB-4962-BA70-F86629408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0" y="36163"/>
            <a:ext cx="750634" cy="7506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7153884-1012-4959-A086-669991F6F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1481"/>
            <a:ext cx="4526280" cy="333192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F9ED71A-EA2C-4959-8656-71907828DC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7722" y="1481328"/>
            <a:ext cx="4297678" cy="328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 w="12700">
            <a:solidFill>
              <a:srgbClr val="1A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368" y="16098"/>
            <a:ext cx="715384" cy="704088"/>
          </a:xfrm>
          <a:prstGeom prst="rect">
            <a:avLst/>
          </a:prstGeom>
          <a:noFill/>
        </p:spPr>
      </p:pic>
      <p:sp>
        <p:nvSpPr>
          <p:cNvPr id="5" name="Text 2"/>
          <p:cNvSpPr/>
          <p:nvPr/>
        </p:nvSpPr>
        <p:spPr>
          <a:xfrm>
            <a:off x="960120" y="914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Technique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1993392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1993392" cy="5029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24128"/>
            <a:ext cx="19933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9768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1892808"/>
            <a:ext cx="1773936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publique, modal de connexion, point d'entrée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68880" y="1005840"/>
            <a:ext cx="1993392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005840"/>
            <a:ext cx="1993392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024128"/>
            <a:ext cx="19933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578608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578608" y="1892808"/>
            <a:ext cx="1773936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styles : page publique, modal, back-office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17720" y="1005840"/>
            <a:ext cx="1993392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894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1005840"/>
            <a:ext cx="1993392" cy="5029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1024128"/>
            <a:ext cx="19933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727448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accueil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27448" y="1892808"/>
            <a:ext cx="1773936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modal de connexion et de la session utilisateur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66560" y="1005840"/>
            <a:ext cx="1993392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66560" y="1005840"/>
            <a:ext cx="1993392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1024128"/>
            <a:ext cx="1993392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gestion.js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876288" y="157276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76288" y="1892808"/>
            <a:ext cx="1773936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complète de gestion (données + UI + navigation)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" y="33101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20040" y="3639312"/>
            <a:ext cx="1627632" cy="1188720"/>
          </a:xfrm>
          <a:prstGeom prst="rect">
            <a:avLst/>
          </a:prstGeom>
          <a:noFill/>
          <a:ln w="12700">
            <a:solidFill>
              <a:srgbClr val="1A73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7033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65760" y="4160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039112" y="3639312"/>
            <a:ext cx="1627632" cy="1188720"/>
          </a:xfrm>
          <a:prstGeom prst="rect">
            <a:avLst/>
          </a:prstGeom>
          <a:noFill/>
          <a:ln w="12700">
            <a:solidFill>
              <a:srgbClr val="1A73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084832" y="37033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2084832" y="4160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Responsive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758184" y="3639312"/>
            <a:ext cx="1627632" cy="1188720"/>
          </a:xfrm>
          <a:prstGeom prst="rect">
            <a:avLst/>
          </a:prstGeom>
          <a:noFill/>
          <a:ln w="12700">
            <a:solidFill>
              <a:srgbClr val="1A73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803904" y="37033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3803904" y="4160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DOM, Événements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477256" y="3639312"/>
            <a:ext cx="1627632" cy="1188720"/>
          </a:xfrm>
          <a:prstGeom prst="rect">
            <a:avLst/>
          </a:prstGeom>
          <a:noFill/>
          <a:ln w="12700">
            <a:solidFill>
              <a:srgbClr val="1A73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22976" y="37033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522976" y="4160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 session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196328" y="3639312"/>
            <a:ext cx="1627632" cy="1188720"/>
          </a:xfrm>
          <a:prstGeom prst="rect">
            <a:avLst/>
          </a:prstGeom>
          <a:noFill/>
          <a:ln w="12700">
            <a:solidFill>
              <a:srgbClr val="1A73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42048" y="37033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7242048" y="4160520"/>
            <a:ext cx="1536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Isolation back-office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 w="12700">
            <a:solidFill>
              <a:srgbClr val="1A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14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Gestion des Rôles &amp; Contrôle d'Accès (RBAC)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27432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1832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✔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✔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Patient ✔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2642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 ✔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✔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 ✔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✔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3849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✔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4151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S.M. ✔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4453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✔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27832" y="1005840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89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27832" y="1005840"/>
            <a:ext cx="27432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10515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49624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3364992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✔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364992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✔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364992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Patient ✘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3364992" y="2642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 ✘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3364992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✔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3364992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 ✔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3364992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✘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3364992" y="3849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✘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3364992" y="4151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S.M. ✘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3364992" y="4453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✔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135624" y="1005840"/>
            <a:ext cx="2743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135624" y="1005840"/>
            <a:ext cx="274320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1051560"/>
            <a:ext cx="411480" cy="4114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757416" y="1051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6272784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✔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6272784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✔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6272784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Patient ✘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6272784" y="2642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 ✘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6272784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✔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6272784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 ✘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6272784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✔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6272784" y="3849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✘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6272784" y="4151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S.M. ✘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6272784" y="4453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✔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noFill/>
          <a:ln w="12700">
            <a:solidFill>
              <a:srgbClr val="1A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14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Modules Fonctionnels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0116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2011680" cy="5029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104241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1883664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KPIs dynamiques : patients, médecins, RDV, CA. Tableau des derniers rendez-vous.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468880" y="1005840"/>
            <a:ext cx="20116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89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68880" y="950976"/>
            <a:ext cx="2011680" cy="5029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832" y="104241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560320" y="1883664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complète avec CIN, téléphone, ville, groupe sanguin, statut. Ajout &amp; suppression.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17720" y="1005840"/>
            <a:ext cx="20116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17720" y="10058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104241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709160" y="1883664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visuelles avec spécialité et disponibilité codée par couleur.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766560" y="1005840"/>
            <a:ext cx="20116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66560" y="1005840"/>
            <a:ext cx="201168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512" y="104241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0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858000" y="1883664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avec sélection dynamique patient/médecin, date et heure.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14400" y="3127248"/>
            <a:ext cx="22860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14400" y="3127248"/>
            <a:ext cx="228600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3172968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26464" y="3172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1005840" y="3630168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médical : diagnostic, traitement, médecin responsable, date.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383280" y="3127248"/>
            <a:ext cx="22860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383280" y="3127248"/>
            <a:ext cx="2286000" cy="47548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172968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895344" y="3172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3474720" y="3630168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financier : factures payées (800 DH) et en attente. Export impression.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852160" y="3127248"/>
            <a:ext cx="228600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5852160" y="3127248"/>
            <a:ext cx="228600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3172968"/>
            <a:ext cx="347472" cy="34747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364224" y="3172968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5943600" y="3630168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sociale : Croissant Rouge Marocain &amp; Solidarité Santé. Patients sans moyens.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 projet Clinique NWIZ+ démontre la faisabilité de construire une application web de gestion médicale complète en utilisant uniquement les technologies web fondamentales — sans frameworks, sans bibliothèques externes.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743200" cy="2468880"/>
          </a:xfrm>
          <a:prstGeom prst="rect">
            <a:avLst/>
          </a:prstGeom>
          <a:noFill/>
          <a:ln w="2540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2743200" cy="6400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4231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081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Pédagogique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349300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des concepts SPA, RBAC, responsive design et séparation des préoccupations.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2377440"/>
            <a:ext cx="2743200" cy="2468880"/>
          </a:xfrm>
          <a:prstGeom prst="rect">
            <a:avLst/>
          </a:prstGeom>
          <a:noFill/>
          <a:ln w="25400">
            <a:solidFill>
              <a:srgbClr val="00B8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377440"/>
            <a:ext cx="27432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24231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081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47288" y="349300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légère et portable couvrant l'ensemble du cycle de vie d'une clinique médicale.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2377440"/>
            <a:ext cx="2743200" cy="2468880"/>
          </a:xfrm>
          <a:prstGeom prst="rect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2377440"/>
            <a:ext cx="27432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4231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30815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Évolutif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27648" y="349300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prêt à évoluer vers une solution full-stack avec authentification sécurisée et BDD.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 </a:t>
            </a:r>
            <a:r>
              <a:rPr lang="en-US" sz="11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UPM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521</Words>
  <Application>Microsoft Office PowerPoint</Application>
  <PresentationFormat>Affichage à l'écran (16:9)</PresentationFormat>
  <Paragraphs>117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Clinique NWIZ+ - Présentation du Projet</dc:title>
  <dc:subject>PptxGenJS Presentation</dc:subject>
  <dc:creator>PptxGenJS</dc:creator>
  <cp:lastModifiedBy>pc</cp:lastModifiedBy>
  <cp:revision>8</cp:revision>
  <dcterms:created xsi:type="dcterms:W3CDTF">2026-05-17T16:36:59Z</dcterms:created>
  <dcterms:modified xsi:type="dcterms:W3CDTF">2026-07-08T15:14:42Z</dcterms:modified>
</cp:coreProperties>
</file>